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3" r:id="rId7"/>
    <p:sldId id="264" r:id="rId8"/>
    <p:sldId id="262" r:id="rId9"/>
    <p:sldId id="265" r:id="rId10"/>
    <p:sldId id="266" r:id="rId11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243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5A14A-341E-419C-8DD8-17D59746F070}" type="datetimeFigureOut">
              <a:rPr lang="es-MX" smtClean="0"/>
              <a:t>28/12/2025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3072-1752-4972-8E1F-A6CF507B75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06900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5A14A-341E-419C-8DD8-17D59746F070}" type="datetimeFigureOut">
              <a:rPr lang="es-MX" smtClean="0"/>
              <a:t>28/12/2025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3072-1752-4972-8E1F-A6CF507B75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4823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5A14A-341E-419C-8DD8-17D59746F070}" type="datetimeFigureOut">
              <a:rPr lang="es-MX" smtClean="0"/>
              <a:t>28/12/2025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3072-1752-4972-8E1F-A6CF507B75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08214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5A14A-341E-419C-8DD8-17D59746F070}" type="datetimeFigureOut">
              <a:rPr lang="es-MX" smtClean="0"/>
              <a:t>28/12/2025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3072-1752-4972-8E1F-A6CF507B75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69315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5A14A-341E-419C-8DD8-17D59746F070}" type="datetimeFigureOut">
              <a:rPr lang="es-MX" smtClean="0"/>
              <a:t>28/12/2025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3072-1752-4972-8E1F-A6CF507B75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25460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5A14A-341E-419C-8DD8-17D59746F070}" type="datetimeFigureOut">
              <a:rPr lang="es-MX" smtClean="0"/>
              <a:t>28/12/2025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3072-1752-4972-8E1F-A6CF507B75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037175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5A14A-341E-419C-8DD8-17D59746F070}" type="datetimeFigureOut">
              <a:rPr lang="es-MX" smtClean="0"/>
              <a:t>28/12/2025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3072-1752-4972-8E1F-A6CF507B75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17081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5A14A-341E-419C-8DD8-17D59746F070}" type="datetimeFigureOut">
              <a:rPr lang="es-MX" smtClean="0"/>
              <a:t>28/12/2025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3072-1752-4972-8E1F-A6CF507B75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54337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5A14A-341E-419C-8DD8-17D59746F070}" type="datetimeFigureOut">
              <a:rPr lang="es-MX" smtClean="0"/>
              <a:t>28/12/2025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3072-1752-4972-8E1F-A6CF507B75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04659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5A14A-341E-419C-8DD8-17D59746F070}" type="datetimeFigureOut">
              <a:rPr lang="es-MX" smtClean="0"/>
              <a:t>28/12/2025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3072-1752-4972-8E1F-A6CF507B75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0351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45A14A-341E-419C-8DD8-17D59746F070}" type="datetimeFigureOut">
              <a:rPr lang="es-MX" smtClean="0"/>
              <a:t>28/12/2025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9F3072-1752-4972-8E1F-A6CF507B75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0781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45A14A-341E-419C-8DD8-17D59746F070}" type="datetimeFigureOut">
              <a:rPr lang="es-MX" smtClean="0"/>
              <a:t>28/12/2025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9F3072-1752-4972-8E1F-A6CF507B7593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86280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7B1A61-44AE-A587-B20F-24D49CA5FF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334108"/>
            <a:ext cx="5829300" cy="738554"/>
          </a:xfrm>
        </p:spPr>
        <p:txBody>
          <a:bodyPr/>
          <a:lstStyle/>
          <a:p>
            <a:r>
              <a:rPr lang="es-ES" dirty="0"/>
              <a:t>Home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79BEAAF-7D00-022B-744A-22053A63F36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450" y="1318846"/>
            <a:ext cx="6507142" cy="10181493"/>
          </a:xfrm>
        </p:spPr>
        <p:txBody>
          <a:bodyPr/>
          <a:lstStyle/>
          <a:p>
            <a:r>
              <a:rPr lang="es-ES" dirty="0"/>
              <a:t>El punto de “Asesoría financiera” lo colocaría como un texto independiente que englobe lo que hacemos en general. Ya de ahí se derivan los puntos: Seguros, Inversión inteligente, créditos, ahorro educativo, planes de retiro y asesoría jurídica.</a:t>
            </a:r>
          </a:p>
          <a:p>
            <a:endParaRPr lang="es-ES" dirty="0"/>
          </a:p>
          <a:p>
            <a:r>
              <a:rPr lang="es-ES" dirty="0"/>
              <a:t>Modificar seguros de vida por:</a:t>
            </a:r>
          </a:p>
          <a:p>
            <a:r>
              <a:rPr lang="es-ES" dirty="0"/>
              <a:t>Seguros</a:t>
            </a:r>
          </a:p>
          <a:p>
            <a:r>
              <a:rPr lang="es-ES" dirty="0"/>
              <a:t>Nuestra gama de seguros de te ofrece protección financiera para ti y tus seres queridos. Personalizamos cada plan para satisfacer tus necesidades específicas.</a:t>
            </a:r>
          </a:p>
          <a:p>
            <a:endParaRPr lang="es-ES" dirty="0"/>
          </a:p>
          <a:p>
            <a:r>
              <a:rPr lang="es-ES" dirty="0"/>
              <a:t>Modificar consultoría fiscal por:</a:t>
            </a:r>
          </a:p>
          <a:p>
            <a:r>
              <a:rPr lang="es-ES" dirty="0"/>
              <a:t>Créditos</a:t>
            </a:r>
          </a:p>
          <a:p>
            <a:r>
              <a:rPr lang="es-ES" dirty="0"/>
              <a:t>Te apoyamos con créditos personales y empresariales, ya sea auto o hipotecario. Analizamos tu situación financiera, te asesoramos y gestionamos todo el proceso para que tomes la mejor decisión, sin complicaciones.</a:t>
            </a:r>
          </a:p>
          <a:p>
            <a:endParaRPr lang="es-ES" dirty="0"/>
          </a:p>
          <a:p>
            <a:r>
              <a:rPr lang="es-ES" dirty="0"/>
              <a:t>Agregar un servicio más que sería:</a:t>
            </a:r>
          </a:p>
          <a:p>
            <a:endParaRPr lang="es-ES" dirty="0"/>
          </a:p>
          <a:p>
            <a:r>
              <a:rPr lang="es-ES" dirty="0"/>
              <a:t>Asesoría jurídica</a:t>
            </a:r>
          </a:p>
          <a:p>
            <a:r>
              <a:rPr lang="es-ES" dirty="0"/>
              <a:t>También contamos con asesoría jurídica, asegurando soluciones claras y efectivas para tus necesidades legales. ¡Tu tranquilidad es nuestra prioridad!</a:t>
            </a:r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Eliminar el texto de referencia de ventajas</a:t>
            </a:r>
          </a:p>
          <a:p>
            <a:endParaRPr lang="es-ES" dirty="0"/>
          </a:p>
          <a:p>
            <a:r>
              <a:rPr lang="es-ES" dirty="0"/>
              <a:t>En soluciones efectivas modificar el texto para que quede la siguiente manera:</a:t>
            </a:r>
          </a:p>
          <a:p>
            <a:r>
              <a:rPr lang="es-ES" dirty="0"/>
              <a:t>Presentamos opciones de inversión y seguros con respaldo de las mejores instituciones, garantizando resultados que puedes comprobar.</a:t>
            </a:r>
          </a:p>
        </p:txBody>
      </p:sp>
    </p:spTree>
    <p:extLst>
      <p:ext uri="{BB962C8B-B14F-4D97-AF65-F5344CB8AC3E}">
        <p14:creationId xmlns:p14="http://schemas.microsoft.com/office/powerpoint/2010/main" val="4023425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28A2A-D9D5-51A9-EAAC-B736AD228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7A5A18-69C2-01C6-1406-2342C1051C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334108"/>
            <a:ext cx="5829300" cy="738554"/>
          </a:xfrm>
        </p:spPr>
        <p:txBody>
          <a:bodyPr/>
          <a:lstStyle/>
          <a:p>
            <a:r>
              <a:rPr lang="es-ES" dirty="0"/>
              <a:t>Nosotros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1EBACA-6DE7-24DF-6B6D-5A4C3BAB66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450" y="1318846"/>
            <a:ext cx="6507142" cy="10181493"/>
          </a:xfrm>
        </p:spPr>
        <p:txBody>
          <a:bodyPr/>
          <a:lstStyle/>
          <a:p>
            <a:r>
              <a:rPr lang="es-ES" dirty="0"/>
              <a:t>Bienvenido a tu aliado en asesoría financiera. Estamos aquí para ayudarte a planificar tu futuro financiero y a proteger lo que más valoras. Con un enfoque personalizado, nuestras soluciones están diseñadas para adaptarse a tus necesidades y maximizar tu seguridad financiera.</a:t>
            </a:r>
          </a:p>
          <a:p>
            <a:endParaRPr lang="es-ES" dirty="0"/>
          </a:p>
          <a:p>
            <a:r>
              <a:rPr lang="es-ES" dirty="0"/>
              <a:t>Abraham Terán</a:t>
            </a:r>
          </a:p>
          <a:p>
            <a:r>
              <a:rPr lang="es-ES" dirty="0"/>
              <a:t>Asesor financiero y seguros</a:t>
            </a:r>
          </a:p>
          <a:p>
            <a:endParaRPr lang="es-ES" dirty="0"/>
          </a:p>
          <a:p>
            <a:r>
              <a:rPr lang="es-ES" dirty="0"/>
              <a:t>Isaac Terán</a:t>
            </a:r>
          </a:p>
          <a:p>
            <a:r>
              <a:rPr lang="es-ES" dirty="0"/>
              <a:t>Asesor financiero y créditos</a:t>
            </a:r>
          </a:p>
          <a:p>
            <a:endParaRPr lang="es-ES" dirty="0"/>
          </a:p>
          <a:p>
            <a:r>
              <a:rPr lang="es-ES" dirty="0"/>
              <a:t>Ulises Terán</a:t>
            </a:r>
          </a:p>
          <a:p>
            <a:r>
              <a:rPr lang="es-ES" dirty="0"/>
              <a:t>Asesor jurídico</a:t>
            </a:r>
          </a:p>
          <a:p>
            <a:endParaRPr lang="es-ES" dirty="0"/>
          </a:p>
          <a:p>
            <a:r>
              <a:rPr lang="es-ES" dirty="0"/>
              <a:t>Valeria Bárcenas</a:t>
            </a:r>
          </a:p>
          <a:p>
            <a:r>
              <a:rPr lang="es-ES" dirty="0"/>
              <a:t>Asesor jurídico</a:t>
            </a:r>
          </a:p>
          <a:p>
            <a:endParaRPr lang="es-ES" dirty="0"/>
          </a:p>
          <a:p>
            <a:r>
              <a:rPr lang="es-ES" dirty="0"/>
              <a:t>(Pendiente de enviar fotos)</a:t>
            </a:r>
          </a:p>
          <a:p>
            <a:endParaRPr lang="es-ES" dirty="0"/>
          </a:p>
          <a:p>
            <a:endParaRPr lang="es-ES" dirty="0"/>
          </a:p>
          <a:p>
            <a:r>
              <a:rPr lang="es-ES" dirty="0"/>
              <a:t>Eliminar nuestros valores y compromiso real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5238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1A1DA-C515-D38B-0012-D52D1646A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D25B93-168F-DDD4-58A1-3854ED3996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334108"/>
            <a:ext cx="5829300" cy="738554"/>
          </a:xfrm>
        </p:spPr>
        <p:txBody>
          <a:bodyPr/>
          <a:lstStyle/>
          <a:p>
            <a:r>
              <a:rPr lang="es-ES" dirty="0"/>
              <a:t>Servicios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13B120-46BF-DD2A-1B46-E10D85422D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450" y="1318846"/>
            <a:ext cx="6507142" cy="10181493"/>
          </a:xfrm>
        </p:spPr>
        <p:txBody>
          <a:bodyPr/>
          <a:lstStyle/>
          <a:p>
            <a:r>
              <a:rPr lang="es-ES" dirty="0"/>
              <a:t>Los textos de la sección de servicios están bien, solo hay que especificar más cada servicio.</a:t>
            </a:r>
          </a:p>
          <a:p>
            <a:endParaRPr lang="es-ES" dirty="0"/>
          </a:p>
          <a:p>
            <a:r>
              <a:rPr lang="es-ES" dirty="0"/>
              <a:t>Seguros</a:t>
            </a:r>
          </a:p>
          <a:p>
            <a:r>
              <a:rPr lang="es-ES" dirty="0"/>
              <a:t>En </a:t>
            </a:r>
            <a:r>
              <a:rPr lang="es-ES" b="1" dirty="0"/>
              <a:t>Asesoría Financiera Terán</a:t>
            </a:r>
            <a:r>
              <a:rPr lang="es-ES" dirty="0"/>
              <a:t>, sabemos lo importante que es contar con una protección financiera adecuada para ti y tus seres queridos. Por eso, ofrecemos una </a:t>
            </a:r>
            <a:r>
              <a:rPr lang="es-ES" b="1" dirty="0"/>
              <a:t>gama completa de seguros</a:t>
            </a:r>
            <a:r>
              <a:rPr lang="es-ES" dirty="0"/>
              <a:t> que se adaptan a tus necesidades específicas, brindándote la </a:t>
            </a:r>
            <a:r>
              <a:rPr lang="es-ES" b="1" dirty="0"/>
              <a:t>seguridad</a:t>
            </a:r>
            <a:r>
              <a:rPr lang="es-ES" dirty="0"/>
              <a:t> que necesitas ante imprevistos.</a:t>
            </a:r>
          </a:p>
          <a:p>
            <a:r>
              <a:rPr lang="es-ES" dirty="0"/>
              <a:t>Desde </a:t>
            </a:r>
            <a:r>
              <a:rPr lang="es-ES" b="1" dirty="0"/>
              <a:t>seguros de vida</a:t>
            </a:r>
            <a:r>
              <a:rPr lang="es-ES" dirty="0"/>
              <a:t> y </a:t>
            </a:r>
            <a:r>
              <a:rPr lang="es-ES" b="1" dirty="0"/>
              <a:t>seguros de salud</a:t>
            </a:r>
            <a:r>
              <a:rPr lang="es-ES" dirty="0"/>
              <a:t>, hasta </a:t>
            </a:r>
            <a:r>
              <a:rPr lang="es-ES" b="1" dirty="0"/>
              <a:t>seguros de automóvil</a:t>
            </a:r>
            <a:r>
              <a:rPr lang="es-ES" dirty="0"/>
              <a:t> y </a:t>
            </a:r>
            <a:r>
              <a:rPr lang="es-ES" b="1" dirty="0"/>
              <a:t>seguros para tu hogar</a:t>
            </a:r>
            <a:r>
              <a:rPr lang="es-ES" dirty="0"/>
              <a:t>, tenemos opciones que cubren una amplia variedad de situaciones, ayudándote a proteger lo que más valoras. Nuestros </a:t>
            </a:r>
            <a:r>
              <a:rPr lang="es-ES" b="1" dirty="0"/>
              <a:t>asesores expertos</a:t>
            </a:r>
            <a:r>
              <a:rPr lang="es-ES" dirty="0"/>
              <a:t> trabajarán contigo para personalizar cada plan, asegurándose de que cubra lo que realmente necesitas y se ajuste a tu presupuesto.</a:t>
            </a:r>
          </a:p>
          <a:p>
            <a:r>
              <a:rPr lang="es-ES" dirty="0"/>
              <a:t>Ya sea que busques protección para tu familia, tu empresa o tus bienes más valiosos, en </a:t>
            </a:r>
            <a:r>
              <a:rPr lang="es-ES" b="1" dirty="0"/>
              <a:t>Asesoría Financiera Terán</a:t>
            </a:r>
            <a:r>
              <a:rPr lang="es-ES" dirty="0"/>
              <a:t> nos comprometemos a ofrecerte </a:t>
            </a:r>
            <a:r>
              <a:rPr lang="es-ES" b="1" dirty="0"/>
              <a:t>soluciones flexibles</a:t>
            </a:r>
            <a:r>
              <a:rPr lang="es-ES" dirty="0"/>
              <a:t> y de alta calidad que te den tranquilidad y confianza en todo momento. Nuestra misión es ayudarte a estar preparado para cualquier situación, con planes que se ajusten a cada etapa de tu vida.</a:t>
            </a:r>
          </a:p>
          <a:p>
            <a:r>
              <a:rPr lang="es-ES" b="1" dirty="0"/>
              <a:t>Protege tu futuro y el de tus seres queridos</a:t>
            </a:r>
            <a:r>
              <a:rPr lang="es-ES" dirty="0"/>
              <a:t> con los mejores seguros, diseñados especialmente para ti por un equipo de expertos en la materia. ¡Tu seguridad es nuestra prioridad!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50291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4F0C5-0A30-E6A0-285E-352AB8A1E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E9A1E6-D32F-3939-C4EF-36C45E75E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334108"/>
            <a:ext cx="5829300" cy="738554"/>
          </a:xfrm>
        </p:spPr>
        <p:txBody>
          <a:bodyPr/>
          <a:lstStyle/>
          <a:p>
            <a:r>
              <a:rPr lang="es-ES" dirty="0"/>
              <a:t>Servicios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71CD4C-9B01-673B-2399-AEE981243E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450" y="1318846"/>
            <a:ext cx="6507142" cy="10181493"/>
          </a:xfrm>
        </p:spPr>
        <p:txBody>
          <a:bodyPr/>
          <a:lstStyle/>
          <a:p>
            <a:r>
              <a:rPr lang="es-ES" dirty="0"/>
              <a:t>Los textos de la sección de servicios están bien, solo hay que especificar más cada servicio.</a:t>
            </a:r>
          </a:p>
          <a:p>
            <a:endParaRPr lang="es-ES" dirty="0"/>
          </a:p>
          <a:p>
            <a:r>
              <a:rPr lang="es-ES" dirty="0"/>
              <a:t>Inversión inteligente</a:t>
            </a:r>
          </a:p>
          <a:p>
            <a:r>
              <a:rPr lang="es-ES" dirty="0"/>
              <a:t>En </a:t>
            </a:r>
            <a:r>
              <a:rPr lang="es-ES" b="1" dirty="0"/>
              <a:t>Asesoría Financiera Terán</a:t>
            </a:r>
            <a:r>
              <a:rPr lang="es-ES" dirty="0"/>
              <a:t>, entendemos que cada inversionista tiene objetivos y necesidades únicas. Por eso, ofrecemos </a:t>
            </a:r>
            <a:r>
              <a:rPr lang="es-ES" b="1" dirty="0"/>
              <a:t>asesoría de inversiones</a:t>
            </a:r>
            <a:r>
              <a:rPr lang="es-ES" dirty="0"/>
              <a:t> personalizada, diseñada para maximizar tus rendimientos, siempre adaptándonos a tu </a:t>
            </a:r>
            <a:r>
              <a:rPr lang="es-ES" b="1" dirty="0"/>
              <a:t>perfil de riesgo</a:t>
            </a:r>
            <a:r>
              <a:rPr lang="es-ES" dirty="0"/>
              <a:t>.</a:t>
            </a:r>
          </a:p>
          <a:p>
            <a:r>
              <a:rPr lang="es-ES" dirty="0"/>
              <a:t>Nuestro equipo de expertos analizará tus metas y tu tolerancia al riesgo para ofrecerte las </a:t>
            </a:r>
            <a:r>
              <a:rPr lang="es-ES" b="1" dirty="0"/>
              <a:t>mejores opciones del mercado</a:t>
            </a:r>
            <a:r>
              <a:rPr lang="es-ES" dirty="0"/>
              <a:t>, tanto en </a:t>
            </a:r>
            <a:r>
              <a:rPr lang="es-ES" b="1" dirty="0"/>
              <a:t>acciones</a:t>
            </a:r>
            <a:r>
              <a:rPr lang="es-ES" dirty="0"/>
              <a:t>, </a:t>
            </a:r>
            <a:r>
              <a:rPr lang="es-ES" b="1" dirty="0"/>
              <a:t>fondos de inversión</a:t>
            </a:r>
            <a:r>
              <a:rPr lang="es-ES" dirty="0"/>
              <a:t>, </a:t>
            </a:r>
            <a:r>
              <a:rPr lang="es-ES" b="1" dirty="0"/>
              <a:t>bonos</a:t>
            </a:r>
            <a:r>
              <a:rPr lang="es-ES" dirty="0"/>
              <a:t> y otros instrumentos financieros, asegurando que tu inversión esté alineada con tu estrategia financiera a largo plazo.</a:t>
            </a:r>
          </a:p>
          <a:p>
            <a:r>
              <a:rPr lang="es-ES" dirty="0"/>
              <a:t>Ya sea que quieras </a:t>
            </a:r>
            <a:r>
              <a:rPr lang="es-ES" b="1" dirty="0"/>
              <a:t>invertir para tu futuro</a:t>
            </a:r>
            <a:r>
              <a:rPr lang="es-ES" dirty="0"/>
              <a:t>, </a:t>
            </a:r>
            <a:r>
              <a:rPr lang="es-ES" b="1" dirty="0"/>
              <a:t>diversificar tu portafolio</a:t>
            </a:r>
            <a:r>
              <a:rPr lang="es-ES" dirty="0"/>
              <a:t>, o </a:t>
            </a:r>
            <a:r>
              <a:rPr lang="es-ES" b="1" dirty="0"/>
              <a:t>buscar oportunidades de crecimiento inmediato</a:t>
            </a:r>
            <a:r>
              <a:rPr lang="es-ES" dirty="0"/>
              <a:t>, tenemos las herramientas y el conocimiento para guiarte. En </a:t>
            </a:r>
            <a:r>
              <a:rPr lang="es-ES" b="1" dirty="0"/>
              <a:t>Asesoría Financiera Terán</a:t>
            </a:r>
            <a:r>
              <a:rPr lang="es-ES" dirty="0"/>
              <a:t>, nuestro objetivo es ayudarte a </a:t>
            </a:r>
            <a:r>
              <a:rPr lang="es-ES" b="1" dirty="0"/>
              <a:t>hacer crecer tu capital de forma eficiente y segura</a:t>
            </a:r>
            <a:r>
              <a:rPr lang="es-ES" dirty="0"/>
              <a:t>, garantizando que tomes decisiones informadas y estratégicas.</a:t>
            </a:r>
          </a:p>
          <a:p>
            <a:r>
              <a:rPr lang="es-ES" dirty="0"/>
              <a:t>Con nuestra </a:t>
            </a:r>
            <a:r>
              <a:rPr lang="es-ES" b="1" dirty="0"/>
              <a:t>asesoría especializada</a:t>
            </a:r>
            <a:r>
              <a:rPr lang="es-ES" dirty="0"/>
              <a:t>, no solo optimizamos tus inversiones, sino que también te ofrecemos el acompañamiento necesario para que puedas </a:t>
            </a:r>
            <a:r>
              <a:rPr lang="es-ES" b="1" dirty="0"/>
              <a:t>maximizar tus rendimientos</a:t>
            </a:r>
            <a:r>
              <a:rPr lang="es-ES" dirty="0"/>
              <a:t> sin asumir riesgos innecesarios. ¡Permítenos ayudarte a construir un futuro financiero próspero y seguro!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08026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6DDC76-CB9D-541C-D096-CEE28DBDD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EBCEE0-7C44-5C5C-C14C-895633DA71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334108"/>
            <a:ext cx="5829300" cy="738554"/>
          </a:xfrm>
        </p:spPr>
        <p:txBody>
          <a:bodyPr/>
          <a:lstStyle/>
          <a:p>
            <a:r>
              <a:rPr lang="es-ES" dirty="0"/>
              <a:t>Servicios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3828733-3F41-4D0F-F368-5E45E6A7FA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450" y="1318846"/>
            <a:ext cx="6507142" cy="10181493"/>
          </a:xfrm>
        </p:spPr>
        <p:txBody>
          <a:bodyPr/>
          <a:lstStyle/>
          <a:p>
            <a:r>
              <a:rPr lang="es-ES" dirty="0"/>
              <a:t>Los textos de la sección de servicios están bien, solo hay que especificar más cada servicio.</a:t>
            </a:r>
          </a:p>
          <a:p>
            <a:endParaRPr lang="es-ES" dirty="0"/>
          </a:p>
          <a:p>
            <a:r>
              <a:rPr lang="es-ES" dirty="0"/>
              <a:t>Créditos</a:t>
            </a:r>
          </a:p>
          <a:p>
            <a:r>
              <a:rPr lang="es-ES" dirty="0"/>
              <a:t>En </a:t>
            </a:r>
            <a:r>
              <a:rPr lang="es-ES" b="1" dirty="0"/>
              <a:t>Asesoría Financiera Terán</a:t>
            </a:r>
            <a:r>
              <a:rPr lang="es-ES" dirty="0"/>
              <a:t>, entendemos que cada inversionista En </a:t>
            </a:r>
            <a:r>
              <a:rPr lang="es-ES" b="1" dirty="0"/>
              <a:t>Asesoría Financiera Terán</a:t>
            </a:r>
            <a:r>
              <a:rPr lang="es-ES" dirty="0"/>
              <a:t>, sabemos lo importante que es contar con un apoyo financiero adecuado cuando se trata de </a:t>
            </a:r>
            <a:r>
              <a:rPr lang="es-ES" b="1" dirty="0"/>
              <a:t>créditos personales o empresariales</a:t>
            </a:r>
            <a:r>
              <a:rPr lang="es-ES" dirty="0"/>
              <a:t>. Ya sea que necesites un crédito </a:t>
            </a:r>
            <a:r>
              <a:rPr lang="es-ES" b="1" dirty="0"/>
              <a:t>para la compra de un automóvil</a:t>
            </a:r>
            <a:r>
              <a:rPr lang="es-ES" dirty="0"/>
              <a:t>, una </a:t>
            </a:r>
            <a:r>
              <a:rPr lang="es-ES" b="1" dirty="0"/>
              <a:t>hipoteca</a:t>
            </a:r>
            <a:r>
              <a:rPr lang="es-ES" dirty="0"/>
              <a:t> para tu hogar o un préstamo para tu </a:t>
            </a:r>
            <a:r>
              <a:rPr lang="es-ES" b="1" dirty="0"/>
              <a:t>empresa</a:t>
            </a:r>
            <a:r>
              <a:rPr lang="es-ES" dirty="0"/>
              <a:t>, nuestro equipo de expertos está aquí para ayudarte a </a:t>
            </a:r>
            <a:r>
              <a:rPr lang="es-ES" b="1" dirty="0"/>
              <a:t>tomar la mejor decisión</a:t>
            </a:r>
            <a:r>
              <a:rPr lang="es-ES" dirty="0"/>
              <a:t>.</a:t>
            </a:r>
          </a:p>
          <a:p>
            <a:r>
              <a:rPr lang="es-ES" dirty="0"/>
              <a:t>Te ofrecemos un servicio </a:t>
            </a:r>
            <a:r>
              <a:rPr lang="es-ES" b="1" dirty="0"/>
              <a:t>personalizado</a:t>
            </a:r>
            <a:r>
              <a:rPr lang="es-ES" dirty="0"/>
              <a:t> en el que analizamos tu </a:t>
            </a:r>
            <a:r>
              <a:rPr lang="es-ES" b="1" dirty="0"/>
              <a:t>situación financiera</a:t>
            </a:r>
            <a:r>
              <a:rPr lang="es-ES" dirty="0"/>
              <a:t>, evaluamos tus necesidades y te proporcionamos </a:t>
            </a:r>
            <a:r>
              <a:rPr lang="es-ES" b="1" dirty="0"/>
              <a:t>asesoría completa</a:t>
            </a:r>
            <a:r>
              <a:rPr lang="es-ES" dirty="0"/>
              <a:t> para elegir el crédito que mejor se ajuste a tus objetivos. Nuestro compromiso es </a:t>
            </a:r>
            <a:r>
              <a:rPr lang="es-ES" b="1" dirty="0"/>
              <a:t>gestionar todo el proceso</a:t>
            </a:r>
            <a:r>
              <a:rPr lang="es-ES" dirty="0"/>
              <a:t> de manera clara y sencilla, asegurándonos de que no tengas complicaciones y puedas acceder al crédito que necesitas sin estrés.</a:t>
            </a:r>
          </a:p>
          <a:p>
            <a:r>
              <a:rPr lang="es-ES" dirty="0"/>
              <a:t>Ya sea que estés buscando una </a:t>
            </a:r>
            <a:r>
              <a:rPr lang="es-ES" b="1" dirty="0"/>
              <a:t>solución financiera a corto plazo</a:t>
            </a:r>
            <a:r>
              <a:rPr lang="es-ES" dirty="0"/>
              <a:t> o necesites un </a:t>
            </a:r>
            <a:r>
              <a:rPr lang="es-ES" b="1" dirty="0"/>
              <a:t>préstamo de largo plazo</a:t>
            </a:r>
            <a:r>
              <a:rPr lang="es-ES" dirty="0"/>
              <a:t> para tu negocio o proyecto personal, en </a:t>
            </a:r>
            <a:r>
              <a:rPr lang="es-ES" b="1" dirty="0"/>
              <a:t>Asesoría Financiera Terán</a:t>
            </a:r>
            <a:r>
              <a:rPr lang="es-ES" dirty="0"/>
              <a:t> tenemos las opciones más convenientes y adaptadas a tu capacidad de pago.</a:t>
            </a:r>
          </a:p>
          <a:p>
            <a:r>
              <a:rPr lang="es-ES" dirty="0"/>
              <a:t>Nuestro objetivo es ayudarte a </a:t>
            </a:r>
            <a:r>
              <a:rPr lang="es-ES" b="1" dirty="0"/>
              <a:t>lograr tus metas</a:t>
            </a:r>
            <a:r>
              <a:rPr lang="es-ES" dirty="0"/>
              <a:t> con el respaldo de una asesoría confiable y un proceso ágil, asegurando que tomes decisiones acertadas sin sobresaltos. ¡Deja que te acompañemos en este proceso para que consigas lo que necesitas de la manera más eficiente!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08545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C0DD5-C3A5-7F17-42A4-48116D313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186DF1-B61C-E8F9-0003-68B1367B28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334108"/>
            <a:ext cx="5829300" cy="738554"/>
          </a:xfrm>
        </p:spPr>
        <p:txBody>
          <a:bodyPr/>
          <a:lstStyle/>
          <a:p>
            <a:r>
              <a:rPr lang="es-ES" dirty="0"/>
              <a:t>Servicios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7FBEEC-2508-6FC4-E484-93BDCC7842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450" y="1318846"/>
            <a:ext cx="6507142" cy="10181493"/>
          </a:xfrm>
        </p:spPr>
        <p:txBody>
          <a:bodyPr/>
          <a:lstStyle/>
          <a:p>
            <a:r>
              <a:rPr lang="es-ES" dirty="0"/>
              <a:t>Los textos de la sección de servicios están bien, solo hay que especificar más cada servicio.</a:t>
            </a:r>
          </a:p>
          <a:p>
            <a:endParaRPr lang="es-ES" dirty="0"/>
          </a:p>
          <a:p>
            <a:r>
              <a:rPr lang="es-ES" dirty="0"/>
              <a:t>Planes de retiro</a:t>
            </a:r>
          </a:p>
          <a:p>
            <a:r>
              <a:rPr lang="es-ES" dirty="0"/>
              <a:t>En </a:t>
            </a:r>
            <a:r>
              <a:rPr lang="es-ES" b="1" dirty="0"/>
              <a:t>Asesoría Financiera Terán</a:t>
            </a:r>
            <a:r>
              <a:rPr lang="es-ES" dirty="0"/>
              <a:t>, sabemos lo importante que es garantizar tu bienestar financiero a largo plazo. Por eso, desarrollamos </a:t>
            </a:r>
            <a:r>
              <a:rPr lang="es-ES" b="1" dirty="0"/>
              <a:t>planes de retiro personalizados</a:t>
            </a:r>
            <a:r>
              <a:rPr lang="es-ES" dirty="0"/>
              <a:t> que se ajustan a tu </a:t>
            </a:r>
            <a:r>
              <a:rPr lang="es-ES" b="1" dirty="0"/>
              <a:t>estilo de vida</a:t>
            </a:r>
            <a:r>
              <a:rPr lang="es-ES" dirty="0"/>
              <a:t> y </a:t>
            </a:r>
            <a:r>
              <a:rPr lang="es-ES" b="1" dirty="0"/>
              <a:t>necesidades específicas</a:t>
            </a:r>
            <a:r>
              <a:rPr lang="es-ES" dirty="0"/>
              <a:t>, para que puedas disfrutar de un futuro tranquilo y sin preocupaciones económicas.</a:t>
            </a:r>
          </a:p>
          <a:p>
            <a:r>
              <a:rPr lang="es-ES" dirty="0"/>
              <a:t>Nuestro equipo de expertos trabaja contigo para diseñar un </a:t>
            </a:r>
            <a:r>
              <a:rPr lang="es-ES" b="1" dirty="0"/>
              <a:t>plan de ahorro e inversión</a:t>
            </a:r>
            <a:r>
              <a:rPr lang="es-ES" dirty="0"/>
              <a:t> que te permita asegurar una </a:t>
            </a:r>
            <a:r>
              <a:rPr lang="es-ES" b="1" dirty="0"/>
              <a:t>fuente de ingresos estable</a:t>
            </a:r>
            <a:r>
              <a:rPr lang="es-ES" dirty="0"/>
              <a:t> cuando decidas retirarte. Ya sea que busques ahorrar una cantidad fija cada mes, diversificar tus inversiones o acceder a productos financieros que optimicen tus ahorros, tenemos opciones adaptadas a tu perfil y tus objetivos.</a:t>
            </a:r>
          </a:p>
          <a:p>
            <a:r>
              <a:rPr lang="es-ES" b="1" dirty="0"/>
              <a:t>Comienza a prepararte hoy mismo</a:t>
            </a:r>
            <a:r>
              <a:rPr lang="es-ES" dirty="0"/>
              <a:t> para el futuro que deseas. Con nuestra asesoría, puedes estar tranquilo sabiendo que tu </a:t>
            </a:r>
            <a:r>
              <a:rPr lang="es-ES" b="1" dirty="0"/>
              <a:t>retiro estará respaldado</a:t>
            </a:r>
            <a:r>
              <a:rPr lang="es-ES" dirty="0"/>
              <a:t> por estrategias eficientes que maximizan tus rendimientos y protegen tus ahorros.</a:t>
            </a:r>
          </a:p>
          <a:p>
            <a:r>
              <a:rPr lang="es-ES" dirty="0"/>
              <a:t>En </a:t>
            </a:r>
            <a:r>
              <a:rPr lang="es-ES" b="1" dirty="0"/>
              <a:t>Asesoría Financiera Terán</a:t>
            </a:r>
            <a:r>
              <a:rPr lang="es-ES" dirty="0"/>
              <a:t>, nos comprometemos a ofrecerte un servicio </a:t>
            </a:r>
            <a:r>
              <a:rPr lang="es-ES" b="1" dirty="0"/>
              <a:t>completo y personalizado</a:t>
            </a:r>
            <a:r>
              <a:rPr lang="es-ES" dirty="0"/>
              <a:t>, guiándote a través de todas las etapas del proceso de planificación de tu retiro. Nuestro objetivo es ayudarte a tomar decisiones informadas que te permitan disfrutar de la vida sin preocupaciones financieras cuando llegue el momento de tu retiro.</a:t>
            </a:r>
          </a:p>
          <a:p>
            <a:r>
              <a:rPr lang="es-ES" dirty="0"/>
              <a:t>¡Asegura tu futuro financiero hoy con un plan de retiro diseñado para ti!</a:t>
            </a:r>
          </a:p>
        </p:txBody>
      </p:sp>
    </p:spTree>
    <p:extLst>
      <p:ext uri="{BB962C8B-B14F-4D97-AF65-F5344CB8AC3E}">
        <p14:creationId xmlns:p14="http://schemas.microsoft.com/office/powerpoint/2010/main" val="3927395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79E51-FEEF-7D69-A283-61150152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96D1F3-9E45-DF45-A2FC-AEA3470DD2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334108"/>
            <a:ext cx="5829300" cy="738554"/>
          </a:xfrm>
        </p:spPr>
        <p:txBody>
          <a:bodyPr/>
          <a:lstStyle/>
          <a:p>
            <a:r>
              <a:rPr lang="es-ES" dirty="0"/>
              <a:t>Servicios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2740743-1717-0501-DC30-1D2F80821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450" y="1318846"/>
            <a:ext cx="6507142" cy="10181493"/>
          </a:xfrm>
        </p:spPr>
        <p:txBody>
          <a:bodyPr/>
          <a:lstStyle/>
          <a:p>
            <a:r>
              <a:rPr lang="es-ES" dirty="0"/>
              <a:t>Los textos de la sección de servicios están bien, solo hay que especificar más cada servicio.</a:t>
            </a:r>
          </a:p>
          <a:p>
            <a:endParaRPr lang="es-ES" dirty="0"/>
          </a:p>
          <a:p>
            <a:r>
              <a:rPr lang="es-ES" dirty="0"/>
              <a:t>Planes educativos</a:t>
            </a:r>
          </a:p>
          <a:p>
            <a:r>
              <a:rPr lang="es-ES" dirty="0"/>
              <a:t>En </a:t>
            </a:r>
            <a:r>
              <a:rPr lang="es-ES" b="1" dirty="0"/>
              <a:t>Asesoría Financiera Terán</a:t>
            </a:r>
            <a:r>
              <a:rPr lang="es-ES" dirty="0"/>
              <a:t>, sabemos que la educación es una de las inversiones más valiosas que puedes hacer por el futuro de tus hijos o seres queridos. Por eso, ofrecemos </a:t>
            </a:r>
            <a:r>
              <a:rPr lang="es-ES" b="1" dirty="0"/>
              <a:t>planes educativos personalizados</a:t>
            </a:r>
            <a:r>
              <a:rPr lang="es-ES" dirty="0"/>
              <a:t> que te permiten ahorrar y preparar el camino para cubrir los costos de una </a:t>
            </a:r>
            <a:r>
              <a:rPr lang="es-ES" b="1" dirty="0"/>
              <a:t>educación de calidad</a:t>
            </a:r>
            <a:r>
              <a:rPr lang="es-ES" dirty="0"/>
              <a:t>, sin importar la etapa o el nivel académico.</a:t>
            </a:r>
          </a:p>
          <a:p>
            <a:r>
              <a:rPr lang="es-ES" dirty="0"/>
              <a:t>Nuestro equipo de expertos te ayudará a crear un plan de ahorro e inversión ajustado a tus metas y necesidades, de manera que puedas garantizar el futuro académico de quienes más quieres. Ya sea que necesites financiar la </a:t>
            </a:r>
            <a:r>
              <a:rPr lang="es-ES" b="1" dirty="0"/>
              <a:t>educación primaria</a:t>
            </a:r>
            <a:r>
              <a:rPr lang="es-ES" dirty="0"/>
              <a:t>, </a:t>
            </a:r>
            <a:r>
              <a:rPr lang="es-ES" b="1" dirty="0"/>
              <a:t>secundaria</a:t>
            </a:r>
            <a:r>
              <a:rPr lang="es-ES" dirty="0"/>
              <a:t>, </a:t>
            </a:r>
            <a:r>
              <a:rPr lang="es-ES" b="1" dirty="0"/>
              <a:t>universitaria</a:t>
            </a:r>
            <a:r>
              <a:rPr lang="es-ES" dirty="0"/>
              <a:t> o incluso estudios de posgrado, tenemos opciones flexibles y adaptadas a tus posibilidades.</a:t>
            </a:r>
          </a:p>
          <a:p>
            <a:r>
              <a:rPr lang="es-ES" dirty="0"/>
              <a:t>Te ayudamos a seleccionar los instrumentos financieros más adecuados para tu situación, maximizando tus ahorros y brindándote una estrategia efectiva para </a:t>
            </a:r>
            <a:r>
              <a:rPr lang="es-ES" b="1" dirty="0"/>
              <a:t>cubrir los costos educativos</a:t>
            </a:r>
            <a:r>
              <a:rPr lang="es-ES" dirty="0"/>
              <a:t> en el futuro. Con nuestra asesoría, podrás enfrentar los retos financieros de la educación sin preocupaciones, asegurando que tus seres queridos tengan acceso a las mejores oportunidades académicas.</a:t>
            </a:r>
          </a:p>
          <a:p>
            <a:r>
              <a:rPr lang="es-ES" b="1" dirty="0"/>
              <a:t>Comienza hoy mismo</a:t>
            </a:r>
            <a:r>
              <a:rPr lang="es-ES" dirty="0"/>
              <a:t> a planificar el futuro educativo de quienes más te importan, y construye una base sólida para que puedan aprovechar todas las oportunidades que la educación les brinda. En </a:t>
            </a:r>
            <a:r>
              <a:rPr lang="es-ES" b="1" dirty="0"/>
              <a:t>Asesoría Financiera Terán</a:t>
            </a:r>
            <a:r>
              <a:rPr lang="es-ES" dirty="0"/>
              <a:t>, estamos comprometidos con tu tranquilidad y con el éxito educativo de tus seres queridos.</a:t>
            </a:r>
          </a:p>
          <a:p>
            <a:r>
              <a:rPr lang="es-ES" dirty="0"/>
              <a:t>¡Garantiza el acceso a una educación de calidad con nuestros planes educativos diseñados para ti!</a:t>
            </a:r>
          </a:p>
        </p:txBody>
      </p:sp>
    </p:spTree>
    <p:extLst>
      <p:ext uri="{BB962C8B-B14F-4D97-AF65-F5344CB8AC3E}">
        <p14:creationId xmlns:p14="http://schemas.microsoft.com/office/powerpoint/2010/main" val="1559637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CEFF0-E941-2712-6CEC-408C2B9A3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A02E26-9B74-C896-C6A3-C7132D3D5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334108"/>
            <a:ext cx="5829300" cy="738554"/>
          </a:xfrm>
        </p:spPr>
        <p:txBody>
          <a:bodyPr/>
          <a:lstStyle/>
          <a:p>
            <a:r>
              <a:rPr lang="es-ES" dirty="0"/>
              <a:t>Servicios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285E37C-46D4-32DE-7012-A3C64181F1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450" y="1318846"/>
            <a:ext cx="6507142" cy="10181493"/>
          </a:xfrm>
        </p:spPr>
        <p:txBody>
          <a:bodyPr/>
          <a:lstStyle/>
          <a:p>
            <a:r>
              <a:rPr lang="es-ES" dirty="0"/>
              <a:t>Los textos de la sección de servicios están bien, solo hay que especificar más cada servicio.</a:t>
            </a:r>
          </a:p>
          <a:p>
            <a:endParaRPr lang="es-ES" dirty="0"/>
          </a:p>
          <a:p>
            <a:r>
              <a:rPr lang="es-ES" dirty="0"/>
              <a:t>Asesoría jurídica</a:t>
            </a:r>
          </a:p>
          <a:p>
            <a:r>
              <a:rPr lang="es-ES" dirty="0"/>
              <a:t>En </a:t>
            </a:r>
            <a:r>
              <a:rPr lang="es-ES" b="1" dirty="0"/>
              <a:t>Asesoría Financiera Terán</a:t>
            </a:r>
            <a:r>
              <a:rPr lang="es-ES" dirty="0"/>
              <a:t>, sabemos que los asuntos legales pueden ser complejos y generar incertidumbre. Por eso, ofrecemos </a:t>
            </a:r>
            <a:r>
              <a:rPr lang="es-ES" b="1" dirty="0"/>
              <a:t>asesoría jurídica</a:t>
            </a:r>
            <a:r>
              <a:rPr lang="es-ES" dirty="0"/>
              <a:t> especializada para brindarte </a:t>
            </a:r>
            <a:r>
              <a:rPr lang="es-ES" b="1" dirty="0"/>
              <a:t>soluciones claras y efectivas</a:t>
            </a:r>
            <a:r>
              <a:rPr lang="es-ES" dirty="0"/>
              <a:t> que resuelvan tus necesidades legales, tanto si eres una </a:t>
            </a:r>
            <a:r>
              <a:rPr lang="es-ES" b="1" dirty="0"/>
              <a:t>persona individual</a:t>
            </a:r>
            <a:r>
              <a:rPr lang="es-ES" dirty="0"/>
              <a:t> como si eres una </a:t>
            </a:r>
            <a:r>
              <a:rPr lang="es-ES" b="1" dirty="0"/>
              <a:t>empresa</a:t>
            </a:r>
            <a:r>
              <a:rPr lang="es-ES" dirty="0"/>
              <a:t>.</a:t>
            </a:r>
          </a:p>
          <a:p>
            <a:r>
              <a:rPr lang="es-ES" dirty="0"/>
              <a:t>Nuestro equipo de abogados con amplia experiencia en diversas áreas del derecho te ayudará a comprender tus derechos y obligaciones, ofreciéndote </a:t>
            </a:r>
            <a:r>
              <a:rPr lang="es-ES" b="1" dirty="0"/>
              <a:t>asesoría personalizada</a:t>
            </a:r>
            <a:r>
              <a:rPr lang="es-ES" dirty="0"/>
              <a:t> que se adapta a tu situación específica. Ya sea que necesites resolver </a:t>
            </a:r>
            <a:r>
              <a:rPr lang="es-ES" b="1" dirty="0"/>
              <a:t>problemas jurídicos</a:t>
            </a:r>
            <a:r>
              <a:rPr lang="es-ES" dirty="0"/>
              <a:t>, </a:t>
            </a:r>
            <a:r>
              <a:rPr lang="es-ES" b="1" dirty="0"/>
              <a:t>asesoría patrimonial</a:t>
            </a:r>
            <a:r>
              <a:rPr lang="es-ES" dirty="0"/>
              <a:t>, </a:t>
            </a:r>
            <a:r>
              <a:rPr lang="es-ES" b="1" dirty="0"/>
              <a:t>gestión de trámites legales</a:t>
            </a:r>
            <a:r>
              <a:rPr lang="es-ES" dirty="0"/>
              <a:t> o </a:t>
            </a:r>
            <a:r>
              <a:rPr lang="es-ES" b="1" dirty="0"/>
              <a:t>defensa en situaciones judiciales</a:t>
            </a:r>
            <a:r>
              <a:rPr lang="es-ES" dirty="0"/>
              <a:t>, estamos aquí para asegurarnos de que tomes las mejores decisiones jurídicas.</a:t>
            </a:r>
          </a:p>
          <a:p>
            <a:r>
              <a:rPr lang="es-ES" dirty="0"/>
              <a:t>En </a:t>
            </a:r>
            <a:r>
              <a:rPr lang="es-ES" b="1" dirty="0"/>
              <a:t>Asesoría Financiera Terán</a:t>
            </a:r>
            <a:r>
              <a:rPr lang="es-ES" dirty="0"/>
              <a:t>, nuestra misión es ofrecerte </a:t>
            </a:r>
            <a:r>
              <a:rPr lang="es-ES" b="1" dirty="0"/>
              <a:t>tranquilidad</a:t>
            </a:r>
            <a:r>
              <a:rPr lang="es-ES" dirty="0"/>
              <a:t> al proporcionarte un acompañamiento confiable y profesional en todo el proceso legal. Nos encargamos de gestionar tus casos con eficacia y dedicación, para que puedas centrarte en lo que más importa: tu bienestar y el de tus seres queridos o tu negocio.</a:t>
            </a:r>
          </a:p>
          <a:p>
            <a:r>
              <a:rPr lang="es-ES" b="1" dirty="0"/>
              <a:t>Tu tranquilidad es nuestra prioridad</a:t>
            </a:r>
            <a:r>
              <a:rPr lang="es-ES" dirty="0"/>
              <a:t>, y con nuestra </a:t>
            </a:r>
            <a:r>
              <a:rPr lang="es-ES" b="1" dirty="0"/>
              <a:t>asesoría jurídica</a:t>
            </a:r>
            <a:r>
              <a:rPr lang="es-ES" dirty="0"/>
              <a:t> te ayudamos a enfrentar cualquier desafío legal con confianza y seguridad. ¡Estamos a tu lado para brindarte las mejores soluciones!</a:t>
            </a: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39267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3AF15-0797-ED15-7B50-29784637D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A0D8BA-83D8-FB5D-ACB4-6AED30228D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334108"/>
            <a:ext cx="5829300" cy="738554"/>
          </a:xfrm>
        </p:spPr>
        <p:txBody>
          <a:bodyPr/>
          <a:lstStyle/>
          <a:p>
            <a:r>
              <a:rPr lang="es-ES" dirty="0" err="1"/>
              <a:t>FAQs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D74D7F-4E8D-2C64-B930-7022A32B7E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450" y="1318846"/>
            <a:ext cx="6507142" cy="10181493"/>
          </a:xfrm>
        </p:spPr>
        <p:txBody>
          <a:bodyPr>
            <a:normAutofit fontScale="92500" lnSpcReduction="20000"/>
          </a:bodyPr>
          <a:lstStyle/>
          <a:p>
            <a:r>
              <a:rPr lang="es-ES" dirty="0"/>
              <a:t>Esta sección la veo bien, solo en la respuesta de servicios, agregaría lo de los créditos y la asesoría jurídica.</a:t>
            </a:r>
          </a:p>
          <a:p>
            <a:endParaRPr lang="es-ES" dirty="0"/>
          </a:p>
          <a:p>
            <a:r>
              <a:rPr lang="es-ES" dirty="0"/>
              <a:t>Agregaría las siguientes preguntas</a:t>
            </a:r>
          </a:p>
          <a:p>
            <a:endParaRPr lang="es-E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¿Cómo puedo saber qué plan financiero es el adecuado para mí?</a:t>
            </a:r>
            <a:br>
              <a:rPr lang="es-ES" dirty="0"/>
            </a:br>
            <a:r>
              <a:rPr lang="es-ES" dirty="0"/>
              <a:t>En </a:t>
            </a:r>
            <a:r>
              <a:rPr lang="es-ES" b="1" dirty="0"/>
              <a:t>Asesoría Financiera Terán</a:t>
            </a:r>
            <a:r>
              <a:rPr lang="es-ES" dirty="0"/>
              <a:t>, te ofrecemos un análisis detallado de tu situación financiera. Nuestros expertos trabajarán contigo para entender tus objetivos, tu capacidad de ahorro y tu tolerancia al riesgo, para recomendarte el plan financiero más adecuado a tus necesidades, ya sea para crecimiento patrimonial, protección o planificación a largo plazo.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¿Cómo puedo empezar a planificar mi retiro?</a:t>
            </a:r>
            <a:br>
              <a:rPr lang="es-ES" dirty="0"/>
            </a:br>
            <a:r>
              <a:rPr lang="es-ES" dirty="0"/>
              <a:t>Nuestros asesores en </a:t>
            </a:r>
            <a:r>
              <a:rPr lang="es-ES" b="1" dirty="0"/>
              <a:t>planes de retiro</a:t>
            </a:r>
            <a:r>
              <a:rPr lang="es-ES" dirty="0"/>
              <a:t> te ayudarán a crear un plan de ahorro e inversión adaptado a tu estilo de vida y objetivos a largo plazo. Te guiamos paso a paso para que puedas asegurarte de contar con un ingreso estable cuando llegue el momento de tu retiro. ¡Comienza hoy mismo con una consulta!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¿Qué tipos de inversiones ofrecen?</a:t>
            </a:r>
            <a:br>
              <a:rPr lang="es-ES" dirty="0"/>
            </a:br>
            <a:r>
              <a:rPr lang="es-ES" dirty="0"/>
              <a:t>Te ofrecemos asesoría en </a:t>
            </a:r>
            <a:r>
              <a:rPr lang="es-ES" b="1" dirty="0"/>
              <a:t>inversiones inteligentes</a:t>
            </a:r>
            <a:r>
              <a:rPr lang="es-ES" dirty="0"/>
              <a:t>, ayudándote a elegir entre </a:t>
            </a:r>
            <a:r>
              <a:rPr lang="es-ES" b="1" dirty="0"/>
              <a:t>acciones</a:t>
            </a:r>
            <a:r>
              <a:rPr lang="es-ES" dirty="0"/>
              <a:t>, </a:t>
            </a:r>
            <a:r>
              <a:rPr lang="es-ES" b="1" dirty="0"/>
              <a:t>fondos de inversión</a:t>
            </a:r>
            <a:r>
              <a:rPr lang="es-ES" dirty="0"/>
              <a:t>, </a:t>
            </a:r>
            <a:r>
              <a:rPr lang="es-ES" b="1" dirty="0"/>
              <a:t>bonos</a:t>
            </a:r>
            <a:r>
              <a:rPr lang="es-ES" dirty="0"/>
              <a:t>, y otras opciones de inversión adaptadas a tu perfil de riesgo. Nuestro objetivo es maximizar tus rendimientos de forma segura y eficiente, siempre respetando tus necesidades y objetivos financieros.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¿Ofrecen asesoría en línea o solo presencial?</a:t>
            </a:r>
            <a:br>
              <a:rPr lang="es-ES" dirty="0"/>
            </a:br>
            <a:r>
              <a:rPr lang="es-ES" dirty="0"/>
              <a:t>Ofrecemos ambas opciones. Podemos agendar </a:t>
            </a:r>
            <a:r>
              <a:rPr lang="es-ES" b="1" dirty="0"/>
              <a:t>consultas en línea</a:t>
            </a:r>
            <a:r>
              <a:rPr lang="es-ES" dirty="0"/>
              <a:t> a través de videoconferencia para que puedas recibir asesoría desde la comodidad de tu hogar o lugar de trabajo. Si prefieres una consulta presencial, también tenemos opciones disponibles. Estamos aquí para adaptarnos a tu preferencia y necesidades.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¿Es posible personalizar los planes educativos para mis hijos?</a:t>
            </a:r>
            <a:br>
              <a:rPr lang="es-ES" dirty="0"/>
            </a:br>
            <a:r>
              <a:rPr lang="es-ES" dirty="0"/>
              <a:t>Sí, nuestros </a:t>
            </a:r>
            <a:r>
              <a:rPr lang="es-ES" b="1" dirty="0"/>
              <a:t>planes educativos</a:t>
            </a:r>
            <a:r>
              <a:rPr lang="es-ES" dirty="0"/>
              <a:t> están diseñados para adaptarse a tus metas y presupuesto, asegurando el futuro académico de tus hijos. Ya sea que quieras ahorrar para su educación primaria, secundaria o universitaria, nuestros asesores te ayudarán a crear un plan que se ajuste a tus necesidades.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¿Cómo puedo obtener un crédito personal o empresarial?</a:t>
            </a:r>
            <a:br>
              <a:rPr lang="es-ES" dirty="0"/>
            </a:br>
            <a:r>
              <a:rPr lang="es-ES" dirty="0"/>
              <a:t>En </a:t>
            </a:r>
            <a:r>
              <a:rPr lang="es-ES" b="1" dirty="0"/>
              <a:t>Asesoría Financiera Terán</a:t>
            </a:r>
            <a:r>
              <a:rPr lang="es-ES" dirty="0"/>
              <a:t>, te apoyamos con el análisis de tu situación financiera y la selección del crédito más adecuado a tus necesidades, ya sea </a:t>
            </a:r>
            <a:r>
              <a:rPr lang="es-ES" b="1" dirty="0"/>
              <a:t>para la compra de un automóvil</a:t>
            </a:r>
            <a:r>
              <a:rPr lang="es-ES" dirty="0"/>
              <a:t>, </a:t>
            </a:r>
            <a:r>
              <a:rPr lang="es-ES" b="1" dirty="0"/>
              <a:t>hipotecarios</a:t>
            </a:r>
            <a:r>
              <a:rPr lang="es-ES" dirty="0"/>
              <a:t>, o </a:t>
            </a:r>
            <a:r>
              <a:rPr lang="es-ES" b="1" dirty="0"/>
              <a:t>préstamos empresariales</a:t>
            </a:r>
            <a:r>
              <a:rPr lang="es-ES" dirty="0"/>
              <a:t>. Te ayudamos a gestionar todo el proceso de manera eficiente y sin complicaciones.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/>
              <a:t>¿Qué tipo de asesoría jurídica ofrecen?</a:t>
            </a:r>
            <a:br>
              <a:rPr lang="es-ES" dirty="0"/>
            </a:br>
            <a:r>
              <a:rPr lang="es-ES" dirty="0"/>
              <a:t>Ofrecemos </a:t>
            </a:r>
            <a:r>
              <a:rPr lang="es-ES" b="1" dirty="0"/>
              <a:t>asesoría jurídica</a:t>
            </a:r>
            <a:r>
              <a:rPr lang="es-ES" dirty="0"/>
              <a:t> en distintas áreas como </a:t>
            </a:r>
            <a:r>
              <a:rPr lang="es-ES" b="1" dirty="0"/>
              <a:t>derecho civil</a:t>
            </a:r>
            <a:r>
              <a:rPr lang="es-ES" dirty="0"/>
              <a:t>, </a:t>
            </a:r>
            <a:r>
              <a:rPr lang="es-ES" b="1" dirty="0"/>
              <a:t>derecho familiar</a:t>
            </a:r>
            <a:r>
              <a:rPr lang="es-ES" dirty="0"/>
              <a:t> (divorcios, custodia de hijos, pensiones alimenticias), y </a:t>
            </a:r>
            <a:r>
              <a:rPr lang="es-ES" b="1" dirty="0"/>
              <a:t>derecho patrimonial</a:t>
            </a:r>
            <a:r>
              <a:rPr lang="es-ES" dirty="0"/>
              <a:t> (herencias, testamentos, gestión de bienes). Te acompañamos en la resolución de conflictos y en la gestión de trámites legales, brindándote soluciones claras y efectivas.</a:t>
            </a:r>
          </a:p>
        </p:txBody>
      </p:sp>
    </p:spTree>
    <p:extLst>
      <p:ext uri="{BB962C8B-B14F-4D97-AF65-F5344CB8AC3E}">
        <p14:creationId xmlns:p14="http://schemas.microsoft.com/office/powerpoint/2010/main" val="99832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0A68A-F35C-D188-E1CE-7C1793236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2E80F3-E5F6-33BE-21FA-5E5AC72FDF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4350" y="334108"/>
            <a:ext cx="5829300" cy="738554"/>
          </a:xfrm>
        </p:spPr>
        <p:txBody>
          <a:bodyPr/>
          <a:lstStyle/>
          <a:p>
            <a:r>
              <a:rPr lang="es-ES" dirty="0"/>
              <a:t>Contacto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87C1D2-A406-30FF-6575-EA9102E472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450" y="1318846"/>
            <a:ext cx="6507142" cy="10181493"/>
          </a:xfrm>
        </p:spPr>
        <p:txBody>
          <a:bodyPr>
            <a:normAutofit/>
          </a:bodyPr>
          <a:lstStyle/>
          <a:p>
            <a:r>
              <a:rPr lang="es-ES" dirty="0"/>
              <a:t>¿Podríamos colocar únicamente medios de contacto por escrito como mail o </a:t>
            </a:r>
            <a:r>
              <a:rPr lang="es-ES" dirty="0" err="1"/>
              <a:t>whatsapp</a:t>
            </a:r>
            <a:r>
              <a:rPr lang="es-ES" dirty="0"/>
              <a:t>? Ubicación de oficina o equipo para atender llamadas, de momento no tenemos.</a:t>
            </a:r>
          </a:p>
          <a:p>
            <a:endParaRPr lang="es-ES" dirty="0"/>
          </a:p>
          <a:p>
            <a:r>
              <a:rPr lang="es-ES" dirty="0"/>
              <a:t>Y en seleccionar tema, ¿podemos colocar los 6 </a:t>
            </a:r>
            <a:r>
              <a:rPr lang="es-ES"/>
              <a:t>servicios principales?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9577207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54</TotalTime>
  <Words>2209</Words>
  <Application>Microsoft Office PowerPoint</Application>
  <PresentationFormat>Panorámica</PresentationFormat>
  <Paragraphs>106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de Office</vt:lpstr>
      <vt:lpstr>Home</vt:lpstr>
      <vt:lpstr>Nosotros</vt:lpstr>
      <vt:lpstr>Servicios</vt:lpstr>
      <vt:lpstr>Servicios</vt:lpstr>
      <vt:lpstr>Servicios</vt:lpstr>
      <vt:lpstr>Servicios</vt:lpstr>
      <vt:lpstr>Servicios</vt:lpstr>
      <vt:lpstr>Servicios</vt:lpstr>
      <vt:lpstr>FAQs</vt:lpstr>
      <vt:lpstr>Contacto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Abraham-Teran</dc:creator>
  <cp:lastModifiedBy>Abraham-Teran</cp:lastModifiedBy>
  <cp:revision>2</cp:revision>
  <dcterms:created xsi:type="dcterms:W3CDTF">2025-12-28T22:03:33Z</dcterms:created>
  <dcterms:modified xsi:type="dcterms:W3CDTF">2025-12-28T22:58:24Z</dcterms:modified>
</cp:coreProperties>
</file>